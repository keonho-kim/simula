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Decision: May 12 launch or delay</a:t>
            </a:r>
          </a:p>
          <a:p>
            <a:r>
              <a:t>Revenue: 120 million KRW</a:t>
            </a:r>
          </a:p>
          <a:p>
            <a:r>
              <a:t>Costs: 80 million KRW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